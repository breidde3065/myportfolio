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772400" cy="10058400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58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7772975" cy="100584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3644" y="2657400"/>
            <a:ext cx="4512536" cy="2222782"/>
          </a:xfrm>
        </p:spPr>
        <p:txBody>
          <a:bodyPr anchor="b">
            <a:noAutofit/>
          </a:bodyPr>
          <a:lstStyle>
            <a:lvl1pPr algn="ctr">
              <a:defRPr sz="40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3644" y="5277547"/>
            <a:ext cx="4512536" cy="2020555"/>
          </a:xfrm>
        </p:spPr>
        <p:txBody>
          <a:bodyPr anchor="t">
            <a:normAutofit/>
          </a:bodyPr>
          <a:lstStyle>
            <a:lvl1pPr marL="0" indent="0" algn="ctr">
              <a:buNone/>
              <a:defRPr sz="1700">
                <a:solidFill>
                  <a:schemeClr val="tx1"/>
                </a:solidFill>
              </a:defRPr>
            </a:lvl1pPr>
            <a:lvl2pPr marL="388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7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65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54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43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31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2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08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55604" y="7413416"/>
            <a:ext cx="572285" cy="40978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3644" y="7413416"/>
            <a:ext cx="3455131" cy="40978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4720" y="7413416"/>
            <a:ext cx="351461" cy="409787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16851" y="5091283"/>
            <a:ext cx="43461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025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86695" y="3455848"/>
            <a:ext cx="560620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2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695" y="2407406"/>
            <a:ext cx="5606204" cy="2673021"/>
          </a:xfrm>
        </p:spPr>
        <p:txBody>
          <a:bodyPr anchor="b">
            <a:normAutofit/>
          </a:bodyPr>
          <a:lstStyle>
            <a:lvl1pPr algn="ctr">
              <a:defRPr sz="3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6695" y="5477794"/>
            <a:ext cx="5606204" cy="1598689"/>
          </a:xfrm>
        </p:spPr>
        <p:txBody>
          <a:bodyPr anchor="t">
            <a:normAutofit/>
          </a:bodyPr>
          <a:lstStyle>
            <a:lvl1pPr marL="0" indent="0" algn="ctr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6697" y="5279108"/>
            <a:ext cx="560620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48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86695" y="3455848"/>
            <a:ext cx="560620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336" y="1342495"/>
            <a:ext cx="5778924" cy="1912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0336" y="3647847"/>
            <a:ext cx="2836926" cy="50560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8379" y="3647847"/>
            <a:ext cx="2836926" cy="50560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1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338" y="3899182"/>
            <a:ext cx="2836926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accent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0338" y="4756786"/>
            <a:ext cx="2836926" cy="396971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557" y="3899182"/>
            <a:ext cx="2836926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accent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45557" y="4756786"/>
            <a:ext cx="2836926" cy="396971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086696" y="3453516"/>
            <a:ext cx="560620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84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336" y="1342495"/>
            <a:ext cx="5778925" cy="1912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86696" y="3453516"/>
            <a:ext cx="560620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0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335" y="2036517"/>
            <a:ext cx="2156278" cy="2011680"/>
          </a:xfrm>
        </p:spPr>
        <p:txBody>
          <a:bodyPr anchor="b">
            <a:normAutofit/>
          </a:bodyPr>
          <a:lstStyle>
            <a:lvl1pPr algn="ctr">
              <a:defRPr sz="20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2053" y="1440461"/>
            <a:ext cx="3277208" cy="7177478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0335" y="4445562"/>
            <a:ext cx="2156278" cy="3576326"/>
          </a:xfrm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86696" y="4271715"/>
            <a:ext cx="198355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88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335" y="2762954"/>
            <a:ext cx="3087372" cy="2011680"/>
          </a:xfrm>
        </p:spPr>
        <p:txBody>
          <a:bodyPr anchor="b">
            <a:normAutofit/>
          </a:bodyPr>
          <a:lstStyle>
            <a:lvl1pPr algn="ctr">
              <a:defRPr sz="20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05609" y="1514968"/>
            <a:ext cx="2490044" cy="702846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0336" y="4774634"/>
            <a:ext cx="3087371" cy="2682240"/>
          </a:xfrm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16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336" y="7062609"/>
            <a:ext cx="5778924" cy="831216"/>
          </a:xfrm>
        </p:spPr>
        <p:txBody>
          <a:bodyPr anchor="b">
            <a:normAutofit/>
          </a:bodyPr>
          <a:lstStyle>
            <a:lvl1pPr algn="ctr">
              <a:defRPr sz="20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2321" y="1514969"/>
            <a:ext cx="6027760" cy="4929861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0336" y="7893824"/>
            <a:ext cx="5778924" cy="724111"/>
          </a:xfrm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24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336" y="1330080"/>
            <a:ext cx="5778924" cy="4543528"/>
          </a:xfrm>
        </p:spPr>
        <p:txBody>
          <a:bodyPr anchor="ctr">
            <a:normAutofit/>
          </a:bodyPr>
          <a:lstStyle>
            <a:lvl1pPr algn="ctr">
              <a:defRPr sz="272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335" y="6270977"/>
            <a:ext cx="5778926" cy="23469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00">
                <a:solidFill>
                  <a:schemeClr val="tx1"/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86696" y="6072292"/>
            <a:ext cx="56154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733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183" y="1440460"/>
            <a:ext cx="5440213" cy="3476980"/>
          </a:xfrm>
        </p:spPr>
        <p:txBody>
          <a:bodyPr anchor="ctr">
            <a:normAutofit/>
          </a:bodyPr>
          <a:lstStyle>
            <a:lvl1pPr algn="ctr">
              <a:defRPr sz="272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0170" y="4917439"/>
            <a:ext cx="5008878" cy="956168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30"/>
            </a:lvl1pPr>
            <a:lvl2pPr marL="388620" indent="0">
              <a:buFontTx/>
              <a:buNone/>
              <a:defRPr/>
            </a:lvl2pPr>
            <a:lvl3pPr marL="777240" indent="0">
              <a:buFontTx/>
              <a:buNone/>
              <a:defRPr/>
            </a:lvl3pPr>
            <a:lvl4pPr marL="1165860" indent="0">
              <a:buFontTx/>
              <a:buNone/>
              <a:defRPr/>
            </a:lvl4pPr>
            <a:lvl5pPr marL="15544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334" y="6370321"/>
            <a:ext cx="5778927" cy="224761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00">
                <a:solidFill>
                  <a:schemeClr val="tx1"/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22474" y="1327865"/>
            <a:ext cx="388721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/>
          <a:p>
            <a:pPr lvl="0"/>
            <a:r>
              <a:rPr lang="en-US" sz="612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478" y="4147543"/>
            <a:ext cx="388721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/>
          <a:p>
            <a:pPr lvl="0" algn="r"/>
            <a:r>
              <a:rPr lang="en-US" sz="612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86696" y="6072292"/>
            <a:ext cx="560620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031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339" y="4852585"/>
            <a:ext cx="5778919" cy="2154240"/>
          </a:xfrm>
        </p:spPr>
        <p:txBody>
          <a:bodyPr anchor="b">
            <a:normAutofit/>
          </a:bodyPr>
          <a:lstStyle>
            <a:lvl1pPr algn="l">
              <a:defRPr sz="272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338" y="7006825"/>
            <a:ext cx="5778921" cy="1261920"/>
          </a:xfrm>
        </p:spPr>
        <p:txBody>
          <a:bodyPr anchor="t">
            <a:normAutofit/>
          </a:bodyPr>
          <a:lstStyle>
            <a:lvl1pPr marL="0" indent="0" algn="l">
              <a:buNone/>
              <a:defRPr sz="1530">
                <a:solidFill>
                  <a:schemeClr val="tx1"/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41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004" y="1440460"/>
            <a:ext cx="5376393" cy="3290713"/>
          </a:xfrm>
        </p:spPr>
        <p:txBody>
          <a:bodyPr anchor="ctr">
            <a:normAutofit/>
          </a:bodyPr>
          <a:lstStyle>
            <a:lvl1pPr algn="ctr">
              <a:defRPr sz="272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000338" y="5337658"/>
            <a:ext cx="5778921" cy="130088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700">
                <a:solidFill>
                  <a:schemeClr val="tx1"/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335" y="6643511"/>
            <a:ext cx="5778926" cy="1974427"/>
          </a:xfrm>
        </p:spPr>
        <p:txBody>
          <a:bodyPr anchor="t">
            <a:normAutofit/>
          </a:bodyPr>
          <a:lstStyle>
            <a:lvl1pPr marL="0" indent="0" algn="l">
              <a:buNone/>
              <a:defRPr sz="1360">
                <a:solidFill>
                  <a:schemeClr val="tx1"/>
                </a:solidFill>
              </a:defRPr>
            </a:lvl1pPr>
            <a:lvl2pPr marL="3886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46352" y="1315446"/>
            <a:ext cx="388721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/>
          <a:p>
            <a:pPr lvl="0"/>
            <a:r>
              <a:rPr lang="en-US" sz="68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327" y="3824668"/>
            <a:ext cx="388721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/>
          <a:p>
            <a:pPr lvl="0" algn="r"/>
            <a:r>
              <a:rPr lang="en-US" sz="68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86696" y="5029200"/>
            <a:ext cx="560620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151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335" y="1440460"/>
            <a:ext cx="5778924" cy="336521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72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000338" y="5230368"/>
            <a:ext cx="5778921" cy="1327709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700">
                <a:solidFill>
                  <a:schemeClr val="tx1"/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336" y="6556587"/>
            <a:ext cx="5778924" cy="2061352"/>
          </a:xfrm>
        </p:spPr>
        <p:txBody>
          <a:bodyPr anchor="t">
            <a:normAutofit/>
          </a:bodyPr>
          <a:lstStyle>
            <a:lvl1pPr marL="0" indent="0" algn="l">
              <a:buNone/>
              <a:defRPr sz="1360">
                <a:solidFill>
                  <a:schemeClr val="tx1"/>
                </a:solidFill>
              </a:defRPr>
            </a:lvl1pPr>
            <a:lvl2pPr marL="3886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86699" y="5029200"/>
            <a:ext cx="56154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405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0335" y="3652199"/>
            <a:ext cx="5778926" cy="49657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86696" y="3453516"/>
            <a:ext cx="561546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442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3167" y="1330081"/>
            <a:ext cx="1376091" cy="72878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0337" y="1330081"/>
            <a:ext cx="4178183" cy="728785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5308685" y="1330081"/>
            <a:ext cx="0" cy="7287856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8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7779597" cy="100584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0336" y="1342495"/>
            <a:ext cx="5778924" cy="191233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0335" y="3652199"/>
            <a:ext cx="5778926" cy="5052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170" y="8742115"/>
            <a:ext cx="976041" cy="409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0336" y="8742115"/>
            <a:ext cx="4338967" cy="409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3077" y="8742115"/>
            <a:ext cx="336184" cy="409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3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ctr" defTabSz="388620" rtl="0" eaLnBrk="1" latinLnBrk="0" hangingPunct="1">
        <a:spcBef>
          <a:spcPct val="0"/>
        </a:spcBef>
        <a:buNone/>
        <a:defRPr sz="3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42888" indent="-242888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204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631508" indent="-242888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17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020128" indent="-242888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153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311593" indent="-145733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13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700213" indent="-145733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119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137410" indent="-194310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119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526030" indent="-194310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119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914650" indent="-194310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119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303270" indent="-194310" algn="l" defTabSz="388620" rtl="0" eaLnBrk="1" latinLnBrk="0" hangingPunct="1">
        <a:spcBef>
          <a:spcPct val="20000"/>
        </a:spcBef>
        <a:spcAft>
          <a:spcPts val="510"/>
        </a:spcAft>
        <a:buClr>
          <a:schemeClr val="accent1"/>
        </a:buClr>
        <a:buSzPct val="115000"/>
        <a:buFont typeface="Arial"/>
        <a:buChar char="•"/>
        <a:defRPr sz="119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991870"/>
            <a:ext cx="5660390" cy="2674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lang="en-US" sz="1400" b="1" dirty="0">
                <a:latin typeface="Times New Roman"/>
                <a:cs typeface="Times New Roman"/>
              </a:rPr>
              <a:t>NAME: JAMES WAHITI</a:t>
            </a: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lang="en-US" sz="1400" b="1" spc="-10" dirty="0">
                <a:solidFill>
                  <a:srgbClr val="040D17"/>
                </a:solidFill>
                <a:latin typeface="Times New Roman"/>
                <a:cs typeface="Times New Roman"/>
              </a:rPr>
              <a:t>REGISTRATION NUMBER: C027-01-0548/2021</a:t>
            </a:r>
            <a:endParaRPr lang="en-US" sz="1400" spc="-1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lang="en-US" sz="1400" b="1" spc="-10" dirty="0">
                <a:solidFill>
                  <a:srgbClr val="040D17"/>
                </a:solidFill>
                <a:latin typeface="Times New Roman"/>
                <a:cs typeface="Times New Roman"/>
              </a:rPr>
              <a:t>COURSE: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BACHELOR</a:t>
            </a:r>
            <a:r>
              <a:rPr lang="en-US" sz="1400" b="1" spc="-35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OF</a:t>
            </a:r>
            <a:r>
              <a:rPr lang="en-US" sz="1400" b="1" spc="-3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SCIENCE</a:t>
            </a:r>
            <a:r>
              <a:rPr lang="en-US" sz="1400" b="1" spc="-25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IN</a:t>
            </a:r>
            <a:r>
              <a:rPr lang="en-US" sz="1400" b="1" spc="-25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3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solidFill>
                  <a:srgbClr val="040D17"/>
                </a:solidFill>
                <a:latin typeface="Times New Roman"/>
                <a:cs typeface="Times New Roman"/>
              </a:rPr>
              <a:t>INFORMATION TECHNOLOGY</a:t>
            </a:r>
            <a:endParaRPr lang="en-US" sz="1400" spc="-1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CAPSTONE</a:t>
            </a:r>
            <a:r>
              <a:rPr lang="en-US" sz="1400" b="1" spc="-5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solidFill>
                  <a:srgbClr val="040D17"/>
                </a:solidFill>
                <a:latin typeface="Times New Roman"/>
                <a:cs typeface="Times New Roman"/>
              </a:rPr>
              <a:t>PROJECT</a:t>
            </a:r>
            <a:endParaRPr lang="en-US" sz="1400" dirty="0">
              <a:latin typeface="Times New Roman"/>
              <a:cs typeface="Times New Roman"/>
            </a:endParaRPr>
          </a:p>
          <a:p>
            <a:pPr marL="17145" marR="5080" algn="ctr">
              <a:lnSpc>
                <a:spcPct val="143600"/>
              </a:lnSpc>
            </a:pP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A</a:t>
            </a:r>
            <a:r>
              <a:rPr lang="en-US" sz="1400" b="1" spc="-3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PHOTOGRAPHIC</a:t>
            </a:r>
            <a:r>
              <a:rPr lang="en-US" sz="1400" b="1" spc="-25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ESSAY</a:t>
            </a:r>
            <a:r>
              <a:rPr lang="en-US" sz="1400" b="1" spc="-25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ON</a:t>
            </a:r>
            <a:r>
              <a:rPr lang="en-US" sz="1400" b="1" spc="-3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ANY</a:t>
            </a:r>
            <a:r>
              <a:rPr lang="en-US" sz="1400" b="1" spc="-2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IMPORTANT</a:t>
            </a:r>
            <a:r>
              <a:rPr lang="en-US" sz="1400" b="1" spc="-2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ISSUE</a:t>
            </a:r>
            <a:r>
              <a:rPr lang="en-US" sz="1400" b="1" spc="-2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YOU</a:t>
            </a:r>
            <a:r>
              <a:rPr lang="en-US" sz="1400" b="1" spc="-25" dirty="0">
                <a:solidFill>
                  <a:srgbClr val="040D17"/>
                </a:solidFill>
                <a:latin typeface="Times New Roman"/>
                <a:cs typeface="Times New Roman"/>
              </a:rPr>
              <a:t> MAY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IDENTIFY</a:t>
            </a:r>
            <a:r>
              <a:rPr lang="en-US" sz="1400" b="1" spc="-4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IN</a:t>
            </a:r>
            <a:r>
              <a:rPr lang="en-US" sz="1400" b="1" spc="-35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THE</a:t>
            </a:r>
            <a:r>
              <a:rPr lang="en-US" sz="1400" b="1" spc="-45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dirty="0">
                <a:solidFill>
                  <a:srgbClr val="040D17"/>
                </a:solidFill>
                <a:latin typeface="Times New Roman"/>
                <a:cs typeface="Times New Roman"/>
              </a:rPr>
              <a:t>AFRICAN</a:t>
            </a:r>
            <a:r>
              <a:rPr lang="en-US" sz="1400" b="1" spc="-30" dirty="0">
                <a:solidFill>
                  <a:srgbClr val="040D17"/>
                </a:solidFill>
                <a:latin typeface="Times New Roman"/>
                <a:cs typeface="Times New Roman"/>
              </a:rPr>
              <a:t> </a:t>
            </a:r>
            <a:r>
              <a:rPr lang="en-US" sz="1400" b="1" spc="-10" dirty="0">
                <a:solidFill>
                  <a:srgbClr val="040D17"/>
                </a:solidFill>
                <a:latin typeface="Times New Roman"/>
                <a:cs typeface="Times New Roman"/>
              </a:rPr>
              <a:t>COMMUNITY</a:t>
            </a:r>
          </a:p>
          <a:p>
            <a:pPr marL="17145" marR="5080" algn="ctr">
              <a:lnSpc>
                <a:spcPct val="143600"/>
              </a:lnSpc>
            </a:pPr>
            <a:r>
              <a:rPr lang="en-US" sz="1400" b="1" spc="-10" dirty="0">
                <a:solidFill>
                  <a:srgbClr val="040D17"/>
                </a:solidFill>
                <a:latin typeface="Times New Roman"/>
                <a:cs typeface="Times New Roman"/>
              </a:rPr>
              <a:t>TITLE: QUALITY EDUCATION IN THE AFRICAN COMMUNITY: BRIDGING THE GAP</a:t>
            </a: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0877" y="7315200"/>
            <a:ext cx="6430645" cy="2620526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 indent="2540">
              <a:lnSpc>
                <a:spcPct val="137300"/>
              </a:lnSpc>
              <a:spcBef>
                <a:spcPts val="5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development.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community,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persistent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inadequate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provision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education.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essay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aims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communities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attaining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877" y="3646395"/>
            <a:ext cx="6430645" cy="3304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7101" y="380681"/>
            <a:ext cx="5859145" cy="224035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Historical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Colonial</a:t>
            </a:r>
            <a:r>
              <a:rPr b="1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Legacy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" marR="5080" indent="-1905">
              <a:lnSpc>
                <a:spcPct val="137800"/>
              </a:lnSpc>
              <a:spcBef>
                <a:spcPts val="3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discussed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historical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lingering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colonialism.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colonial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legacy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behind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fragmented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perpetuated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inequalities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failed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 communities.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7102" y="4916109"/>
            <a:ext cx="5975808" cy="24944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</a:t>
            </a:r>
            <a:r>
              <a:rPr b="1"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</a:t>
            </a:r>
            <a:r>
              <a:rPr b="1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">
              <a:lnSpc>
                <a:spcPct val="100000"/>
              </a:lnSpc>
              <a:spcBef>
                <a:spcPts val="25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" marR="5080">
              <a:lnSpc>
                <a:spcPct val="137100"/>
              </a:lnSpc>
              <a:spcBef>
                <a:spcPts val="5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adequate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resources.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spc="-5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schools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suffer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overcrowded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classrooms,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shortage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textbooks,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inadequate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teaching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materials,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insufficient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facilities,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hindering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</a:t>
            </a:r>
            <a:r>
              <a:rPr spc="-7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102" y="2736547"/>
            <a:ext cx="5975808" cy="20640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102" y="7410534"/>
            <a:ext cx="5975808" cy="2599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72094"/>
            <a:ext cx="6439535" cy="226780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685"/>
              </a:spcBef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Shortages</a:t>
            </a:r>
            <a:r>
              <a:rPr b="1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  <a:r>
              <a:rPr b="1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Remuneration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 indent="2540">
              <a:lnSpc>
                <a:spcPct val="139600"/>
              </a:lnSpc>
              <a:spcBef>
                <a:spcPts val="2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communities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shortage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qualified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motivated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teachers.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salaries,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professional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opportunities,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challenging</a:t>
            </a:r>
            <a:r>
              <a:rPr spc="-5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</a:t>
            </a:r>
            <a:r>
              <a:rPr spc="-6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conditions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shortages,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impacting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642" y="5065294"/>
            <a:ext cx="6734007" cy="51878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  <a:r>
              <a:rPr b="1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Disparities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" marR="261620" indent="1270">
              <a:lnSpc>
                <a:spcPct val="137200"/>
              </a:lnSpc>
              <a:spcBef>
                <a:spcPts val="4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disparities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persist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communities,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girls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facing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barriers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education.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marriage,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norms,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household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responsibilities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hinder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girls'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enrollment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retention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schools.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">
              <a:lnSpc>
                <a:spcPct val="100000"/>
              </a:lnSpc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Inadequate</a:t>
            </a:r>
            <a:r>
              <a:rPr b="1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Childhood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" marR="34290" indent="-3175">
              <a:lnSpc>
                <a:spcPct val="137500"/>
              </a:lnSpc>
              <a:spcBef>
                <a:spcPts val="5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childhood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crucial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child's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development,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yet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communities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preschools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programs.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childhood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opportunities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contributes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educational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inequalities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later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439894"/>
            <a:ext cx="6673849" cy="25893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7406" y="5410200"/>
            <a:ext cx="6286499" cy="46027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Insufficient</a:t>
            </a:r>
            <a:r>
              <a:rPr b="1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>
              <a:lnSpc>
                <a:spcPct val="137900"/>
              </a:lnSpc>
              <a:spcBef>
                <a:spcPts val="3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countries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budgetary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sector. Insufficient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leads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inadequate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infrastructure,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inadequate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training,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educational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resources,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perpetuating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cycle</a:t>
            </a:r>
            <a:r>
              <a:rPr spc="-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poor-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education.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">
              <a:lnSpc>
                <a:spcPct val="100000"/>
              </a:lnSpc>
            </a:pP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Socioeconomic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Disparities</a:t>
            </a:r>
            <a:r>
              <a:rPr b="1" spc="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970" marR="396240" indent="1270">
              <a:lnSpc>
                <a:spcPct val="137100"/>
              </a:lnSpc>
              <a:spcBef>
                <a:spcPts val="65"/>
              </a:spcBef>
            </a:pP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Socioeconomic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disparities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further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exacerbate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communities.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Children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economically</a:t>
            </a:r>
            <a:r>
              <a:rPr spc="-5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disadvantaged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educational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opportunities,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perpetuating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poverty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7" y="2672612"/>
            <a:ext cx="6286500" cy="259207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14272" y="6868794"/>
            <a:ext cx="305435" cy="305435"/>
            <a:chOff x="914272" y="6868794"/>
            <a:chExt cx="305435" cy="3054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067" y="6879589"/>
              <a:ext cx="278117" cy="337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5161" y="6869683"/>
              <a:ext cx="303530" cy="0"/>
            </a:xfrm>
            <a:custGeom>
              <a:avLst/>
              <a:gdLst/>
              <a:ahLst/>
              <a:cxnLst/>
              <a:rect l="l" t="t" r="r" b="b"/>
              <a:pathLst>
                <a:path w="303530">
                  <a:moveTo>
                    <a:pt x="0" y="0"/>
                  </a:moveTo>
                  <a:lnTo>
                    <a:pt x="3032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5161" y="6869683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30" h="303529">
                  <a:moveTo>
                    <a:pt x="0" y="0"/>
                  </a:moveTo>
                  <a:lnTo>
                    <a:pt x="0" y="303276"/>
                  </a:lnTo>
                </a:path>
                <a:path w="303530" h="303529">
                  <a:moveTo>
                    <a:pt x="0" y="303276"/>
                  </a:moveTo>
                  <a:lnTo>
                    <a:pt x="303275" y="303276"/>
                  </a:lnTo>
                </a:path>
                <a:path w="303530" h="303529">
                  <a:moveTo>
                    <a:pt x="303275" y="303276"/>
                  </a:moveTo>
                  <a:lnTo>
                    <a:pt x="3032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40D4D9D-DC64-77C4-5C7D-397C1570F544}"/>
              </a:ext>
            </a:extLst>
          </p:cNvPr>
          <p:cNvSpPr txBox="1"/>
          <p:nvPr/>
        </p:nvSpPr>
        <p:spPr>
          <a:xfrm>
            <a:off x="597407" y="403499"/>
            <a:ext cx="6286499" cy="225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">
              <a:lnSpc>
                <a:spcPct val="100000"/>
              </a:lnSpc>
            </a:pPr>
            <a:r>
              <a:rPr lang="en-US"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en-US"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Barriers</a:t>
            </a:r>
            <a:r>
              <a:rPr lang="en-US"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b="1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Inclusive</a:t>
            </a:r>
            <a:r>
              <a:rPr lang="en-US"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 indent="1270">
              <a:lnSpc>
                <a:spcPct val="139200"/>
              </a:lnSpc>
              <a:spcBef>
                <a:spcPts val="15"/>
              </a:spcBef>
            </a:pP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barriers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pose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lang="en-US" spc="-5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lang="en-US"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communities.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mismatch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students'</a:t>
            </a:r>
            <a:r>
              <a:rPr lang="en-US"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mother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tongues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hampers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</a:t>
            </a:r>
            <a:r>
              <a:rPr lang="en-US"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n-US" spc="-5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inclusivity,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particularly</a:t>
            </a:r>
            <a:r>
              <a:rPr lang="en-US"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marginalized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4598" y="3392757"/>
            <a:ext cx="6348730" cy="62605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675"/>
              </a:spcBef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b="1"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" marR="5080" indent="-1905">
              <a:lnSpc>
                <a:spcPct val="137600"/>
              </a:lnSpc>
              <a:spcBef>
                <a:spcPts val="35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Harnessing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potential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overcome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education.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tools,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resources, and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educational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materials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rural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urban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areas.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">
              <a:lnSpc>
                <a:spcPct val="100000"/>
              </a:lnSpc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Strengthening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Professional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" marR="195580">
              <a:lnSpc>
                <a:spcPct val="137500"/>
              </a:lnSpc>
              <a:spcBef>
                <a:spcPts val="5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Investing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providing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ongoing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professional development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opportunities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education.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Equipping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modern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teaching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methodologies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pedagogical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effectiveness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classroom.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">
              <a:lnSpc>
                <a:spcPct val="100000"/>
              </a:lnSpc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Promoting</a:t>
            </a:r>
            <a:r>
              <a:rPr b="1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Equality</a:t>
            </a:r>
            <a:r>
              <a:rPr b="1"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b="1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40335" indent="1270">
              <a:lnSpc>
                <a:spcPct val="137500"/>
              </a:lnSpc>
              <a:spcBef>
                <a:spcPts val="6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Fostering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supportive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equality</a:t>
            </a:r>
            <a:r>
              <a:rPr spc="-5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crucial.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involves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initiatives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biases,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scholarships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girls,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policies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against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gender-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discrimination.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162" y="772580"/>
            <a:ext cx="6348730" cy="26041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3A929F-6510-DFBD-7C2C-9918E0B71868}"/>
              </a:ext>
            </a:extLst>
          </p:cNvPr>
          <p:cNvSpPr txBox="1"/>
          <p:nvPr/>
        </p:nvSpPr>
        <p:spPr>
          <a:xfrm>
            <a:off x="651162" y="403248"/>
            <a:ext cx="3890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">
              <a:lnSpc>
                <a:spcPct val="100000"/>
              </a:lnSpc>
              <a:spcBef>
                <a:spcPts val="565"/>
              </a:spcBef>
            </a:pPr>
            <a:r>
              <a:rPr lang="en-US"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644" y="2454442"/>
            <a:ext cx="6418756" cy="79443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675"/>
              </a:spcBef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Enhancing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Childhood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" marR="55880">
              <a:lnSpc>
                <a:spcPct val="137600"/>
              </a:lnSpc>
              <a:spcBef>
                <a:spcPts val="35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childhood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foundation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lifelong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learning.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Governments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stakeholders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childhood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children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equal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opportunities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">
              <a:lnSpc>
                <a:spcPct val="100000"/>
              </a:lnSpc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Strengthening</a:t>
            </a:r>
            <a:r>
              <a:rPr b="1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b="1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</a:t>
            </a:r>
            <a:r>
              <a:rPr b="1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Accountability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" marR="73660">
              <a:lnSpc>
                <a:spcPct val="137500"/>
              </a:lnSpc>
              <a:spcBef>
                <a:spcPts val="6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Improving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governance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accountability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mechanisms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essential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5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education.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Transparent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systems,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coupled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frameworks,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">
              <a:lnSpc>
                <a:spcPct val="100000"/>
              </a:lnSpc>
            </a:pP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Promoting</a:t>
            </a:r>
            <a:r>
              <a:rPr b="1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Partnerships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Collaboration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8415" marR="5080" indent="-3175">
              <a:lnSpc>
                <a:spcPct val="137500"/>
              </a:lnSpc>
              <a:spcBef>
                <a:spcPts val="40"/>
              </a:spcBef>
            </a:pP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Addressing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collaboration</a:t>
            </a:r>
            <a:r>
              <a:rPr spc="50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among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governments,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civil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society</a:t>
            </a:r>
            <a:r>
              <a:rPr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organizations,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partners.</a:t>
            </a:r>
            <a:r>
              <a:rPr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</a:t>
            </a:r>
            <a:r>
              <a:rPr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together, stakeholders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pool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resources,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</a:t>
            </a:r>
            <a:r>
              <a:rPr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practices,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sustainable</a:t>
            </a:r>
            <a:r>
              <a:rPr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44" y="202058"/>
            <a:ext cx="6418756" cy="22363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540" y="3733800"/>
            <a:ext cx="6748460" cy="472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C5A4F-B896-3968-5038-0EBEE0785EDF}"/>
              </a:ext>
            </a:extLst>
          </p:cNvPr>
          <p:cNvSpPr txBox="1"/>
          <p:nvPr/>
        </p:nvSpPr>
        <p:spPr>
          <a:xfrm>
            <a:off x="1945105" y="4740260"/>
            <a:ext cx="3890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pc="-10" dirty="0">
                <a:solidFill>
                  <a:srgbClr val="040D17"/>
                </a:solidFill>
                <a:latin typeface="Times New Roman"/>
                <a:cs typeface="Times New Roman"/>
              </a:rPr>
              <a:t>.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6CE2D-5D49-4D88-754E-065529933E13}"/>
              </a:ext>
            </a:extLst>
          </p:cNvPr>
          <p:cNvSpPr txBox="1"/>
          <p:nvPr/>
        </p:nvSpPr>
        <p:spPr>
          <a:xfrm>
            <a:off x="490540" y="304800"/>
            <a:ext cx="6748460" cy="3010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en-US" b="1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20320" indent="2540">
              <a:lnSpc>
                <a:spcPct val="137500"/>
              </a:lnSpc>
              <a:spcBef>
                <a:spcPts val="45"/>
              </a:spcBef>
            </a:pP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community</a:t>
            </a:r>
            <a:r>
              <a:rPr lang="en-US" spc="-5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multifaceted.</a:t>
            </a:r>
            <a:r>
              <a:rPr lang="en-US"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pc="-6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addressing</a:t>
            </a:r>
            <a:r>
              <a:rPr lang="en-US"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such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infrastructure,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shortages,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disparities,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inadequate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investment,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gap.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concerted</a:t>
            </a:r>
            <a:r>
              <a:rPr lang="en-US" spc="-1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efforts,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inclusive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policies,</a:t>
            </a:r>
            <a:r>
              <a:rPr lang="en-US" spc="-4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interventions,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African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communities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lang="en-US" spc="-6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</a:t>
            </a:r>
            <a:r>
              <a:rPr lang="en-US" spc="-4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empowers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individuals,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fosters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socioeconomic</a:t>
            </a:r>
            <a:r>
              <a:rPr lang="en-US" spc="-2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development,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paves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</a:t>
            </a:r>
            <a:r>
              <a:rPr lang="en-US" spc="-35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pc="-3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pc="-2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solidFill>
                  <a:srgbClr val="040D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brighter future.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</TotalTime>
  <Words>802</Words>
  <Application>Microsoft Office PowerPoint</Application>
  <PresentationFormat>Custom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Alii Bhaad</cp:lastModifiedBy>
  <cp:revision>1</cp:revision>
  <dcterms:created xsi:type="dcterms:W3CDTF">2026-01-28T14:40:48Z</dcterms:created>
  <dcterms:modified xsi:type="dcterms:W3CDTF">2026-01-28T15:07:44Z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2026-01-28T00:00:00Z</vt:filetime>
  </property>
  <property fmtid="{D5CDD505-2E9C-101B-9397-08002B2CF9AE}" pid="5" name="Producer">
    <vt:lpwstr>Microsoft® Word 2016</vt:lpwstr>
  </property>
</Properties>
</file>