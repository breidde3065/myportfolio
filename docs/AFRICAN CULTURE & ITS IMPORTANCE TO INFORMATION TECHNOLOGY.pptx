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40" d="100"/>
          <a:sy n="40" d="100"/>
        </p:scale>
        <p:origin x="4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E2A390D-2316-4D81-A530-BF16306D118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36C7293-7FE6-4A34-B886-EB48FA6C82A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488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A390D-2316-4D81-A530-BF16306D118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7293-7FE6-4A34-B886-EB48FA6C8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110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A390D-2316-4D81-A530-BF16306D118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7293-7FE6-4A34-B886-EB48FA6C82AE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504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A390D-2316-4D81-A530-BF16306D118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7293-7FE6-4A34-B886-EB48FA6C8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57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A390D-2316-4D81-A530-BF16306D118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7293-7FE6-4A34-B886-EB48FA6C82AE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557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A390D-2316-4D81-A530-BF16306D118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7293-7FE6-4A34-B886-EB48FA6C82A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533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A390D-2316-4D81-A530-BF16306D118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7293-7FE6-4A34-B886-EB48FA6C8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87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A390D-2316-4D81-A530-BF16306D118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7293-7FE6-4A34-B886-EB48FA6C82AE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151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A390D-2316-4D81-A530-BF16306D118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7293-7FE6-4A34-B886-EB48FA6C8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156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A390D-2316-4D81-A530-BF16306D118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7293-7FE6-4A34-B886-EB48FA6C8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96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A390D-2316-4D81-A530-BF16306D118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7293-7FE6-4A34-B886-EB48FA6C82A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119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A390D-2316-4D81-A530-BF16306D118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7293-7FE6-4A34-B886-EB48FA6C82A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9583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A390D-2316-4D81-A530-BF16306D118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7293-7FE6-4A34-B886-EB48FA6C8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437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A390D-2316-4D81-A530-BF16306D118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7293-7FE6-4A34-B886-EB48FA6C82A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9560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A390D-2316-4D81-A530-BF16306D118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7293-7FE6-4A34-B886-EB48FA6C82A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29981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A390D-2316-4D81-A530-BF16306D118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7293-7FE6-4A34-B886-EB48FA6C82A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1027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A390D-2316-4D81-A530-BF16306D118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7293-7FE6-4A34-B886-EB48FA6C82A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803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E2A390D-2316-4D81-A530-BF16306D118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36C7293-7FE6-4A34-B886-EB48FA6C8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176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3E266-488D-1488-7C05-2B1268FAF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572127"/>
            <a:ext cx="6815669" cy="1814538"/>
          </a:xfrm>
        </p:spPr>
        <p:txBody>
          <a:bodyPr>
            <a:noAutofit/>
          </a:bodyPr>
          <a:lstStyle/>
          <a:p>
            <a:r>
              <a:rPr lang="en-US" sz="3200" dirty="0"/>
              <a:t>AFRICAN CULTURE &amp; ITS IMPORTANCE TO INFORMATION TECHNOLOGY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D89BA4-91C0-FA3B-E79F-1E35031FD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6"/>
            <a:ext cx="7013076" cy="1507961"/>
          </a:xfrm>
        </p:spPr>
        <p:txBody>
          <a:bodyPr>
            <a:normAutofit fontScale="47500" lnSpcReduction="20000"/>
          </a:bodyPr>
          <a:lstStyle/>
          <a:p>
            <a:r>
              <a:rPr lang="en-US" sz="3400" dirty="0"/>
              <a:t>NAME: JAMES WAHITI</a:t>
            </a:r>
          </a:p>
          <a:p>
            <a:r>
              <a:rPr lang="en-US" sz="3400" dirty="0"/>
              <a:t>REGISTRATION: C025-01-0832/2022</a:t>
            </a:r>
          </a:p>
          <a:p>
            <a:r>
              <a:rPr lang="en-US" sz="3400" dirty="0"/>
              <a:t>COURSE: INFORMATION TECHNOLOGY</a:t>
            </a:r>
          </a:p>
          <a:p>
            <a:r>
              <a:rPr lang="en-US" sz="3400" dirty="0"/>
              <a:t>INSTITUTION: DEDAN KIMATHI UNIVERSITY OF TECHNOLOGY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305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8788A-5D2C-D294-CFAD-7C3F59E4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/>
              <a:t>AFRICAN 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0CA10-5043-B65D-3228-090949D4C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African culture includes language, traditions and values.</a:t>
            </a:r>
          </a:p>
          <a:p>
            <a:r>
              <a:rPr lang="en-US" dirty="0"/>
              <a:t>Indigenous knowledge is passed through generations.</a:t>
            </a:r>
          </a:p>
          <a:p>
            <a:r>
              <a:rPr lang="en-US" dirty="0"/>
              <a:t>Culture shapes identity and social organization.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242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CBF18-9A09-31E1-2243-6BB7612A3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/>
              <a:t>THREATS TO AFRICAN 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07587-2FCA-EF75-D0CE-0AC9C368A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Globalization and modernization.</a:t>
            </a:r>
          </a:p>
          <a:p>
            <a:r>
              <a:rPr lang="en-US" dirty="0"/>
              <a:t>Decline of indigenous languages.</a:t>
            </a:r>
          </a:p>
          <a:p>
            <a:r>
              <a:rPr lang="en-US" dirty="0"/>
              <a:t>Urbanization and lifestyle changes.</a:t>
            </a:r>
          </a:p>
        </p:txBody>
      </p:sp>
    </p:spTree>
    <p:extLst>
      <p:ext uri="{BB962C8B-B14F-4D97-AF65-F5344CB8AC3E}">
        <p14:creationId xmlns:p14="http://schemas.microsoft.com/office/powerpoint/2010/main" val="303934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23155-8B06-2274-94FC-0E269B179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/>
              <a:t>IMPORTANCE OF CULTURE TO INFORMATION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AEDF9-84B2-A861-F293-8F8827099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Culture influences system design and usability.</a:t>
            </a:r>
          </a:p>
          <a:p>
            <a:r>
              <a:rPr lang="en-US" dirty="0"/>
              <a:t>Localized technology improves user adoption.</a:t>
            </a:r>
          </a:p>
          <a:p>
            <a:r>
              <a:rPr lang="en-US" dirty="0"/>
              <a:t>Cultural context enhances digital solutions.</a:t>
            </a:r>
          </a:p>
        </p:txBody>
      </p:sp>
    </p:spTree>
    <p:extLst>
      <p:ext uri="{BB962C8B-B14F-4D97-AF65-F5344CB8AC3E}">
        <p14:creationId xmlns:p14="http://schemas.microsoft.com/office/powerpoint/2010/main" val="1381603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33578-0EF9-D4A2-A042-EE1875E3D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ROLE OF INFORMATION TECHNOLOGY IN CULTURAL PRESERVATION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4A551-A0A4-975E-AF4F-754DF3E09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Digital documentation of languages and traditions.</a:t>
            </a:r>
          </a:p>
          <a:p>
            <a:r>
              <a:rPr lang="en-US" dirty="0"/>
              <a:t>Online cultural archives and repositories.</a:t>
            </a:r>
          </a:p>
          <a:p>
            <a:r>
              <a:rPr lang="en-US" dirty="0"/>
              <a:t>Multimedia recording of cultural practices.</a:t>
            </a:r>
          </a:p>
        </p:txBody>
      </p:sp>
    </p:spTree>
    <p:extLst>
      <p:ext uri="{BB962C8B-B14F-4D97-AF65-F5344CB8AC3E}">
        <p14:creationId xmlns:p14="http://schemas.microsoft.com/office/powerpoint/2010/main" val="1021300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A2E90-252B-B892-360E-AEEC5CEEA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A069F-688D-3B6C-75F4-73DC169C4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Databases and digital storage systems.</a:t>
            </a:r>
          </a:p>
          <a:p>
            <a:r>
              <a:rPr lang="en-US" dirty="0"/>
              <a:t>Mobile and web applications.</a:t>
            </a:r>
          </a:p>
          <a:p>
            <a:r>
              <a:rPr lang="en-US" dirty="0"/>
              <a:t>Artificial intelligence and data analytics.</a:t>
            </a:r>
          </a:p>
        </p:txBody>
      </p:sp>
    </p:spTree>
    <p:extLst>
      <p:ext uri="{BB962C8B-B14F-4D97-AF65-F5344CB8AC3E}">
        <p14:creationId xmlns:p14="http://schemas.microsoft.com/office/powerpoint/2010/main" val="3631269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C271C-D925-D846-0A49-CB5E92612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/>
              <a:t>GENDER AWARENESS IN AFRICAN SOCIETY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F28F-2A82-A194-32ED-71CB0F415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gender roles limit access to education.</a:t>
            </a:r>
          </a:p>
          <a:p>
            <a:r>
              <a:rPr lang="en-US" dirty="0"/>
              <a:t>Women face barriers in technology participation.</a:t>
            </a:r>
          </a:p>
          <a:p>
            <a:r>
              <a:rPr lang="en-US" dirty="0"/>
              <a:t>Gender digital divide persists.</a:t>
            </a:r>
          </a:p>
        </p:txBody>
      </p:sp>
    </p:spTree>
    <p:extLst>
      <p:ext uri="{BB962C8B-B14F-4D97-AF65-F5344CB8AC3E}">
        <p14:creationId xmlns:p14="http://schemas.microsoft.com/office/powerpoint/2010/main" val="3393419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573FD-02A9-9DBF-74BF-84536E69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/>
              <a:t>IT AND GENDER INCLUSION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720AB-666B-8751-EFE9-1C07444B4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Online learning platforms for women and girls.</a:t>
            </a:r>
          </a:p>
          <a:p>
            <a:r>
              <a:rPr lang="en-US" dirty="0"/>
              <a:t>Digital skills training opportunities.</a:t>
            </a:r>
          </a:p>
          <a:p>
            <a:r>
              <a:rPr lang="en-US" dirty="0"/>
              <a:t>Technology-enabled economic empowerment.</a:t>
            </a:r>
          </a:p>
        </p:txBody>
      </p:sp>
    </p:spTree>
    <p:extLst>
      <p:ext uri="{BB962C8B-B14F-4D97-AF65-F5344CB8AC3E}">
        <p14:creationId xmlns:p14="http://schemas.microsoft.com/office/powerpoint/2010/main" val="1713791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5BDF9-5084-96F2-261B-77FA3EF7C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4F659-B877-9E8F-E32D-E931C5AFE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Limited infrastructure in rural areas.</a:t>
            </a:r>
          </a:p>
          <a:p>
            <a:r>
              <a:rPr lang="en-US" dirty="0"/>
              <a:t>Low digital literacy levels.</a:t>
            </a:r>
          </a:p>
          <a:p>
            <a:r>
              <a:rPr lang="en-US" dirty="0"/>
              <a:t>Cultural resistance to technological change.</a:t>
            </a:r>
          </a:p>
        </p:txBody>
      </p:sp>
    </p:spTree>
    <p:extLst>
      <p:ext uri="{BB962C8B-B14F-4D97-AF65-F5344CB8AC3E}">
        <p14:creationId xmlns:p14="http://schemas.microsoft.com/office/powerpoint/2010/main" val="4163599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E2F0C-7592-E7CE-765A-7E2B21FB7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3C54A-039C-5B54-6425-E22C6DCB7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plays a role in preserving African culture.</a:t>
            </a:r>
          </a:p>
          <a:p>
            <a:r>
              <a:rPr lang="en-US" dirty="0"/>
              <a:t> Technology promotes gender awareness and inclusion.</a:t>
            </a:r>
          </a:p>
          <a:p>
            <a:r>
              <a:rPr lang="en-US" dirty="0"/>
              <a:t> Sustainable IT solutions support cultural identity.</a:t>
            </a:r>
          </a:p>
        </p:txBody>
      </p:sp>
    </p:spTree>
    <p:extLst>
      <p:ext uri="{BB962C8B-B14F-4D97-AF65-F5344CB8AC3E}">
        <p14:creationId xmlns:p14="http://schemas.microsoft.com/office/powerpoint/2010/main" val="20955217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1004</TotalTime>
  <Words>230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AFRICAN CULTURE &amp; ITS IMPORTANCE TO INFORMATION TECHNOLOGY</vt:lpstr>
      <vt:lpstr>AFRICAN CULTURE</vt:lpstr>
      <vt:lpstr>THREATS TO AFRICAN CULTURE</vt:lpstr>
      <vt:lpstr>IMPORTANCE OF CULTURE TO INFORMATION TECHNOLOGY</vt:lpstr>
      <vt:lpstr>ROLE OF INFORMATION TECHNOLOGY IN CULTURAL PRESERVATION</vt:lpstr>
      <vt:lpstr>TECHNOLOGIES USED</vt:lpstr>
      <vt:lpstr>GENDER AWARENESS IN AFRICAN SOCIETY</vt:lpstr>
      <vt:lpstr>IT AND GENDER INCLUSION</vt:lpstr>
      <vt:lpstr>CHALLENGES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Alii Bhaad</dc:creator>
  <cp:lastModifiedBy>Alii Bhaad</cp:lastModifiedBy>
  <cp:revision>1</cp:revision>
  <dcterms:created xsi:type="dcterms:W3CDTF">2026-01-28T14:07:04Z</dcterms:created>
  <dcterms:modified xsi:type="dcterms:W3CDTF">2026-01-29T06:51:57Z</dcterms:modified>
</cp:coreProperties>
</file>