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25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9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90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8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5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3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0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80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4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90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06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3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26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670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857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12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9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D84889-1661-4912-AD58-142631E132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CA30F9-0104-41F0-826F-9687440E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2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F9B2-6F1F-D3AB-594C-1F1B9B86A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University-based RAG Chatbot Local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B6826-AC68-E5A3-3620-2F070FCC80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NAME: JAMES WAHITI</a:t>
            </a:r>
          </a:p>
          <a:p>
            <a:r>
              <a:rPr lang="en-US" dirty="0"/>
              <a:t>REGISTRATION: C025-01-0832/2022</a:t>
            </a:r>
          </a:p>
          <a:p>
            <a:r>
              <a:rPr lang="en-US" dirty="0"/>
              <a:t>COURSE: INFORMATION TECHNOLOGY</a:t>
            </a:r>
          </a:p>
          <a:p>
            <a:r>
              <a:rPr lang="en-US" dirty="0"/>
              <a:t>INSTITUTION: DEDAN KIMATHI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66017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830A-8CE0-7A48-056A-9A514F07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5D136-D11D-5E15-ABAA-D70B85DB3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Universities generate large volumes of academic information.</a:t>
            </a:r>
          </a:p>
          <a:p>
            <a:r>
              <a:rPr lang="en-US" dirty="0"/>
              <a:t>Students face challenges accessing accurate and timely information.</a:t>
            </a:r>
          </a:p>
          <a:p>
            <a:r>
              <a:rPr lang="en-US" dirty="0"/>
              <a:t>Traditional information systems are inefficient and fragmented.</a:t>
            </a:r>
          </a:p>
          <a:p>
            <a:r>
              <a:rPr lang="en-US" dirty="0"/>
              <a:t>Intelligent systems are required to improve information access.</a:t>
            </a:r>
          </a:p>
        </p:txBody>
      </p:sp>
    </p:spTree>
    <p:extLst>
      <p:ext uri="{BB962C8B-B14F-4D97-AF65-F5344CB8AC3E}">
        <p14:creationId xmlns:p14="http://schemas.microsoft.com/office/powerpoint/2010/main" val="5358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F4C0-4BA0-C759-46FC-281C2BC6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21D14-E9E6-8BAE-FA4B-8E94330A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Academic information is scattered across multiple documents.</a:t>
            </a:r>
          </a:p>
          <a:p>
            <a:r>
              <a:rPr lang="en-US" dirty="0"/>
              <a:t>Students depend on lecturers and offices for simple queries.</a:t>
            </a:r>
          </a:p>
          <a:p>
            <a:r>
              <a:rPr lang="en-US" dirty="0"/>
              <a:t>Delays in accessing academic information are common.</a:t>
            </a:r>
          </a:p>
          <a:p>
            <a:r>
              <a:rPr lang="en-US" dirty="0"/>
              <a:t>Cloud-based AI raises privacy and cost concerns.</a:t>
            </a:r>
          </a:p>
        </p:txBody>
      </p:sp>
    </p:spTree>
    <p:extLst>
      <p:ext uri="{BB962C8B-B14F-4D97-AF65-F5344CB8AC3E}">
        <p14:creationId xmlns:p14="http://schemas.microsoft.com/office/powerpoint/2010/main" val="217695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156D-C817-87AA-66BA-FFF5623D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B5C94-9A3C-5685-9941-1991F339F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of an AI-powered university chatbot.</a:t>
            </a:r>
          </a:p>
          <a:p>
            <a:r>
              <a:rPr lang="en-US" dirty="0"/>
              <a:t>Uses Retrieval-Augmented Generation(RAG)</a:t>
            </a:r>
          </a:p>
          <a:p>
            <a:r>
              <a:rPr lang="en-US" dirty="0"/>
              <a:t>Deployed using locally hosted large language models.</a:t>
            </a:r>
          </a:p>
          <a:p>
            <a:r>
              <a:rPr lang="en-US" dirty="0"/>
              <a:t>Provides natural language access to institutional information.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7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9CC91-E8BA-AA87-E9DB-87FD5B5A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RETRIEVAL-AUGMENTED GENERATION (RAG)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B41E6-1AC5-7EB4-DFFD-A3DBB1688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Retrieves relevant information from official university documents.</a:t>
            </a:r>
          </a:p>
          <a:p>
            <a:r>
              <a:rPr lang="en-US" dirty="0"/>
              <a:t> Generates accurate and context-aware responses.</a:t>
            </a:r>
          </a:p>
          <a:p>
            <a:r>
              <a:rPr lang="en-US" dirty="0"/>
              <a:t>Grounds answers in verified institutional data.</a:t>
            </a:r>
          </a:p>
          <a:p>
            <a:r>
              <a:rPr lang="en-US" dirty="0"/>
              <a:t>Reduces incorrect or fabricated responses.</a:t>
            </a:r>
          </a:p>
        </p:txBody>
      </p:sp>
    </p:spTree>
    <p:extLst>
      <p:ext uri="{BB962C8B-B14F-4D97-AF65-F5344CB8AC3E}">
        <p14:creationId xmlns:p14="http://schemas.microsoft.com/office/powerpoint/2010/main" val="4197475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5EAD-E19E-95BA-2A5F-3A150BDB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RAG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D010-BF59-59C3-0F8A-9CD485ED6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submits a query in natural language.</a:t>
            </a:r>
          </a:p>
          <a:p>
            <a:r>
              <a:rPr lang="en-US" dirty="0"/>
              <a:t>System retrieves relevant document sections.</a:t>
            </a:r>
          </a:p>
          <a:p>
            <a:r>
              <a:rPr lang="en-US" dirty="0"/>
              <a:t>Retrieved content is passed to the language model.</a:t>
            </a:r>
          </a:p>
          <a:p>
            <a:r>
              <a:rPr lang="en-US" dirty="0"/>
              <a:t>Final response is generated based on retrieved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48943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39442-66D0-68AF-86A1-90EC2F36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LOCAL 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F1460-CF40-F2D5-AD76-DD53BC8E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Academic data remains within university infrastructure.</a:t>
            </a:r>
          </a:p>
          <a:p>
            <a:r>
              <a:rPr lang="en-US" dirty="0"/>
              <a:t>Reduces dependence on internet connectivity.</a:t>
            </a:r>
          </a:p>
          <a:p>
            <a:r>
              <a:rPr lang="en-US" dirty="0"/>
              <a:t>Lowers long-term operational costs.</a:t>
            </a:r>
          </a:p>
          <a:p>
            <a:r>
              <a:rPr lang="en-US" dirty="0"/>
              <a:t>Enhances system reliability and data security.</a:t>
            </a:r>
          </a:p>
        </p:txBody>
      </p:sp>
    </p:spTree>
    <p:extLst>
      <p:ext uri="{BB962C8B-B14F-4D97-AF65-F5344CB8AC3E}">
        <p14:creationId xmlns:p14="http://schemas.microsoft.com/office/powerpoint/2010/main" val="196071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478DE-0B7F-AF01-D5C9-FC502E00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BENEFITS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4C9C-81DA-763D-7BA3-0C59C443D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access to academic information for students.</a:t>
            </a:r>
          </a:p>
          <a:p>
            <a:r>
              <a:rPr lang="en-US" dirty="0"/>
              <a:t>Reduced workload for lectures and </a:t>
            </a:r>
            <a:r>
              <a:rPr lang="en-US" dirty="0" err="1"/>
              <a:t>adminstrators</a:t>
            </a:r>
            <a:r>
              <a:rPr lang="en-US" dirty="0"/>
              <a:t>.</a:t>
            </a:r>
          </a:p>
          <a:p>
            <a:r>
              <a:rPr lang="en-US" dirty="0"/>
              <a:t>Improves consistency of institutional information.</a:t>
            </a:r>
          </a:p>
          <a:p>
            <a:r>
              <a:rPr lang="en-US" dirty="0"/>
              <a:t>Scalable across departments and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339268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C313-E690-1FB3-F6F5-91BE12E3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5A14-AD73-2DEB-DA95-F55D5366D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Multilingual support.</a:t>
            </a:r>
          </a:p>
          <a:p>
            <a:r>
              <a:rPr lang="en-US" dirty="0"/>
              <a:t>Voice-based interaction.</a:t>
            </a:r>
          </a:p>
          <a:p>
            <a:r>
              <a:rPr lang="en-US" dirty="0"/>
              <a:t>Integration with learning management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268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79E6-6606-715F-30BB-4A6E9E9A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D919E-E25E-5262-8A4E-6D68CAAD2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RAG improves access to academic information.</a:t>
            </a:r>
          </a:p>
          <a:p>
            <a:r>
              <a:rPr lang="en-US" dirty="0"/>
              <a:t>Local AI solutions suit African university contexts.</a:t>
            </a:r>
          </a:p>
          <a:p>
            <a:r>
              <a:rPr lang="en-US" dirty="0"/>
              <a:t>The system represents a practical </a:t>
            </a:r>
            <a:r>
              <a:rPr lang="en-US"/>
              <a:t>IT innovation.</a:t>
            </a:r>
          </a:p>
        </p:txBody>
      </p:sp>
    </p:spTree>
    <p:extLst>
      <p:ext uri="{BB962C8B-B14F-4D97-AF65-F5344CB8AC3E}">
        <p14:creationId xmlns:p14="http://schemas.microsoft.com/office/powerpoint/2010/main" val="3598807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</TotalTime>
  <Words>290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 University-based RAG Chatbot Local LLMs</vt:lpstr>
      <vt:lpstr>INTRODUCTION</vt:lpstr>
      <vt:lpstr>PROBLEM STATEMENT</vt:lpstr>
      <vt:lpstr>PROPOSED SOLUTION</vt:lpstr>
      <vt:lpstr>RETRIEVAL-AUGMENTED GENERATION (RAG)</vt:lpstr>
      <vt:lpstr>RAG PROCESS</vt:lpstr>
      <vt:lpstr>LOCAL MODEL DEPLOYMENT</vt:lpstr>
      <vt:lpstr>BENEFITS OF THE SYSTEM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Alii Bhaad</dc:creator>
  <cp:lastModifiedBy>Alii Bhaad</cp:lastModifiedBy>
  <cp:revision>1</cp:revision>
  <dcterms:created xsi:type="dcterms:W3CDTF">2026-01-28T13:23:10Z</dcterms:created>
  <dcterms:modified xsi:type="dcterms:W3CDTF">2026-01-28T13:59:31Z</dcterms:modified>
</cp:coreProperties>
</file>