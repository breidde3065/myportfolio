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p:scale>
          <a:sx n="40" d="100"/>
          <a:sy n="40" d="100"/>
        </p:scale>
        <p:origin x="44"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96BAB4B8-1F91-4A8A-A9E6-DD10CB1ADD9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4971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2859051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4751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EC5180-8525-4B1C-83BD-C877757B240C}"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1571903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EC5180-8525-4B1C-83BD-C877757B240C}"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BAB4B8-1F91-4A8A-A9E6-DD10CB1ADD9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0722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EC5180-8525-4B1C-83BD-C877757B240C}"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BAB4B8-1F91-4A8A-A9E6-DD10CB1ADD9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8461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C5180-8525-4B1C-83BD-C877757B240C}" type="datetimeFigureOut">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1825511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C5180-8525-4B1C-83BD-C877757B240C}"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AB4B8-1F91-4A8A-A9E6-DD10CB1ADD9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9951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C5180-8525-4B1C-83BD-C877757B240C}"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3816683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C5180-8525-4B1C-83BD-C877757B240C}"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3554927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6274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1219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26190977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7364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2398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73525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C5180-8525-4B1C-83BD-C877757B240C}"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5075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7EC5180-8525-4B1C-83BD-C877757B240C}" type="datetimeFigureOut">
              <a:rPr lang="en-US" smtClean="0"/>
              <a:t>1/26/2026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BAB4B8-1F91-4A8A-A9E6-DD10CB1ADD9F}" type="slidenum">
              <a:rPr lang="en-US" smtClean="0"/>
              <a:t>‹#›</a:t>
            </a:fld>
            <a:endParaRPr lang="en-US"/>
          </a:p>
        </p:txBody>
      </p:sp>
    </p:spTree>
    <p:extLst>
      <p:ext uri="{BB962C8B-B14F-4D97-AF65-F5344CB8AC3E}">
        <p14:creationId xmlns:p14="http://schemas.microsoft.com/office/powerpoint/2010/main" val="32400036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65E7-F518-2108-51F7-36C5369CE31B}"/>
              </a:ext>
            </a:extLst>
          </p:cNvPr>
          <p:cNvSpPr>
            <a:spLocks noGrp="1"/>
          </p:cNvSpPr>
          <p:nvPr>
            <p:ph type="ctrTitle"/>
          </p:nvPr>
        </p:nvSpPr>
        <p:spPr>
          <a:xfrm>
            <a:off x="1524000" y="1850191"/>
            <a:ext cx="9144000" cy="1655762"/>
          </a:xfrm>
        </p:spPr>
        <p:txBody>
          <a:bodyPr/>
          <a:lstStyle/>
          <a:p>
            <a:r>
              <a:rPr lang="en-US" dirty="0"/>
              <a:t>My Autobiography</a:t>
            </a:r>
          </a:p>
        </p:txBody>
      </p:sp>
      <p:sp>
        <p:nvSpPr>
          <p:cNvPr id="3" name="Subtitle 2">
            <a:extLst>
              <a:ext uri="{FF2B5EF4-FFF2-40B4-BE49-F238E27FC236}">
                <a16:creationId xmlns:a16="http://schemas.microsoft.com/office/drawing/2014/main" id="{B6D5DC68-86BD-CC22-B1B5-ECD9A5047BB2}"/>
              </a:ext>
            </a:extLst>
          </p:cNvPr>
          <p:cNvSpPr>
            <a:spLocks noGrp="1"/>
          </p:cNvSpPr>
          <p:nvPr>
            <p:ph type="subTitle" idx="1"/>
          </p:nvPr>
        </p:nvSpPr>
        <p:spPr/>
        <p:txBody>
          <a:bodyPr>
            <a:normAutofit/>
          </a:bodyPr>
          <a:lstStyle/>
          <a:p>
            <a:r>
              <a:rPr lang="en-US" sz="2400" dirty="0"/>
              <a:t>A Tale By James </a:t>
            </a:r>
            <a:r>
              <a:rPr lang="en-US" sz="2400" dirty="0" err="1"/>
              <a:t>Wahiti</a:t>
            </a:r>
            <a:endParaRPr lang="en-US" sz="2400" dirty="0"/>
          </a:p>
        </p:txBody>
      </p:sp>
    </p:spTree>
    <p:extLst>
      <p:ext uri="{BB962C8B-B14F-4D97-AF65-F5344CB8AC3E}">
        <p14:creationId xmlns:p14="http://schemas.microsoft.com/office/powerpoint/2010/main" val="4051094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DAD17-7AAC-D6DC-4EBD-A801C73550B5}"/>
              </a:ext>
            </a:extLst>
          </p:cNvPr>
          <p:cNvSpPr>
            <a:spLocks noGrp="1"/>
          </p:cNvSpPr>
          <p:nvPr>
            <p:ph type="title"/>
          </p:nvPr>
        </p:nvSpPr>
        <p:spPr/>
        <p:txBody>
          <a:bodyPr/>
          <a:lstStyle/>
          <a:p>
            <a:pPr algn="l"/>
            <a:r>
              <a:rPr lang="en-US" dirty="0"/>
              <a:t>Enters the protagonist</a:t>
            </a:r>
          </a:p>
        </p:txBody>
      </p:sp>
      <p:sp>
        <p:nvSpPr>
          <p:cNvPr id="3" name="Content Placeholder 2">
            <a:extLst>
              <a:ext uri="{FF2B5EF4-FFF2-40B4-BE49-F238E27FC236}">
                <a16:creationId xmlns:a16="http://schemas.microsoft.com/office/drawing/2014/main" id="{A4FAE937-FDA5-B4EB-C78A-39085F4EA811}"/>
              </a:ext>
            </a:extLst>
          </p:cNvPr>
          <p:cNvSpPr>
            <a:spLocks noGrp="1"/>
          </p:cNvSpPr>
          <p:nvPr>
            <p:ph idx="1"/>
          </p:nvPr>
        </p:nvSpPr>
        <p:spPr/>
        <p:txBody>
          <a:bodyPr/>
          <a:lstStyle/>
          <a:p>
            <a:r>
              <a:rPr lang="en-US" dirty="0"/>
              <a:t>My name is James </a:t>
            </a:r>
            <a:r>
              <a:rPr lang="en-US" dirty="0" err="1"/>
              <a:t>Wahiti</a:t>
            </a:r>
            <a:r>
              <a:rPr lang="en-US" dirty="0"/>
              <a:t> and this is my life story.</a:t>
            </a:r>
          </a:p>
          <a:p>
            <a:r>
              <a:rPr lang="en-US" dirty="0"/>
              <a:t>Born on the 7</a:t>
            </a:r>
            <a:r>
              <a:rPr lang="en-US" baseline="30000" dirty="0"/>
              <a:t>th</a:t>
            </a:r>
            <a:r>
              <a:rPr lang="en-US" dirty="0"/>
              <a:t> September 2004 to one Mr. Stephen </a:t>
            </a:r>
            <a:r>
              <a:rPr lang="en-US" dirty="0" err="1"/>
              <a:t>Wahiti</a:t>
            </a:r>
            <a:r>
              <a:rPr lang="en-US" dirty="0"/>
              <a:t> </a:t>
            </a:r>
            <a:r>
              <a:rPr lang="en-US" dirty="0" err="1"/>
              <a:t>Kiarie</a:t>
            </a:r>
            <a:r>
              <a:rPr lang="en-US" dirty="0"/>
              <a:t> and Dorcas Nyambura </a:t>
            </a:r>
            <a:r>
              <a:rPr lang="en-US" dirty="0" err="1"/>
              <a:t>Wahiti</a:t>
            </a:r>
            <a:r>
              <a:rPr lang="en-US" dirty="0"/>
              <a:t>.</a:t>
            </a:r>
          </a:p>
          <a:p>
            <a:r>
              <a:rPr lang="en-US" dirty="0"/>
              <a:t>I hail from </a:t>
            </a:r>
            <a:r>
              <a:rPr lang="en-US" dirty="0" err="1"/>
              <a:t>Ikinu</a:t>
            </a:r>
            <a:r>
              <a:rPr lang="en-US" dirty="0"/>
              <a:t> location, </a:t>
            </a:r>
            <a:r>
              <a:rPr lang="en-US" dirty="0" err="1"/>
              <a:t>Githunguri</a:t>
            </a:r>
            <a:r>
              <a:rPr lang="en-US" dirty="0"/>
              <a:t> Sub-county, Kiambu County and belong to the resilient Kikuyu community.</a:t>
            </a:r>
          </a:p>
          <a:p>
            <a:r>
              <a:rPr lang="en-US" dirty="0"/>
              <a:t>Behold a lore shaped by values of hard work, ambition, respect, and curiosity, either taught by my parents or learnt in life.</a:t>
            </a:r>
          </a:p>
        </p:txBody>
      </p:sp>
    </p:spTree>
    <p:extLst>
      <p:ext uri="{BB962C8B-B14F-4D97-AF65-F5344CB8AC3E}">
        <p14:creationId xmlns:p14="http://schemas.microsoft.com/office/powerpoint/2010/main" val="4138220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FA6E-27AB-A9E2-86F7-BF385B0B253A}"/>
              </a:ext>
            </a:extLst>
          </p:cNvPr>
          <p:cNvSpPr>
            <a:spLocks noGrp="1"/>
          </p:cNvSpPr>
          <p:nvPr>
            <p:ph type="title"/>
          </p:nvPr>
        </p:nvSpPr>
        <p:spPr/>
        <p:txBody>
          <a:bodyPr/>
          <a:lstStyle/>
          <a:p>
            <a:pPr algn="l"/>
            <a:r>
              <a:rPr lang="en-US" dirty="0"/>
              <a:t>Family ties and early life</a:t>
            </a:r>
          </a:p>
        </p:txBody>
      </p:sp>
      <p:sp>
        <p:nvSpPr>
          <p:cNvPr id="3" name="Content Placeholder 2">
            <a:extLst>
              <a:ext uri="{FF2B5EF4-FFF2-40B4-BE49-F238E27FC236}">
                <a16:creationId xmlns:a16="http://schemas.microsoft.com/office/drawing/2014/main" id="{8B632229-023E-4069-B60D-2E53FAE1DD5D}"/>
              </a:ext>
            </a:extLst>
          </p:cNvPr>
          <p:cNvSpPr>
            <a:spLocks noGrp="1"/>
          </p:cNvSpPr>
          <p:nvPr>
            <p:ph idx="1"/>
          </p:nvPr>
        </p:nvSpPr>
        <p:spPr/>
        <p:txBody>
          <a:bodyPr/>
          <a:lstStyle/>
          <a:p>
            <a:r>
              <a:rPr lang="en-US" dirty="0"/>
              <a:t>Born third in a family of four children, into a devout Christian family.</a:t>
            </a:r>
          </a:p>
          <a:p>
            <a:r>
              <a:rPr lang="en-US" dirty="0"/>
              <a:t>My siblings include: </a:t>
            </a:r>
            <a:r>
              <a:rPr lang="en-US" dirty="0" err="1"/>
              <a:t>Candidah</a:t>
            </a:r>
            <a:r>
              <a:rPr lang="en-US" dirty="0"/>
              <a:t> </a:t>
            </a:r>
            <a:r>
              <a:rPr lang="en-US" dirty="0" err="1"/>
              <a:t>Wahiti</a:t>
            </a:r>
            <a:r>
              <a:rPr lang="en-US" dirty="0"/>
              <a:t>, our eldest and firstborn, Kennedy </a:t>
            </a:r>
            <a:r>
              <a:rPr lang="en-US" dirty="0" err="1"/>
              <a:t>Kiarie</a:t>
            </a:r>
            <a:r>
              <a:rPr lang="en-US" dirty="0"/>
              <a:t> follows up closely and Esther </a:t>
            </a:r>
            <a:r>
              <a:rPr lang="en-US" dirty="0" err="1"/>
              <a:t>Gathoni</a:t>
            </a:r>
            <a:r>
              <a:rPr lang="en-US" dirty="0"/>
              <a:t> as our lastborn.</a:t>
            </a:r>
          </a:p>
          <a:p>
            <a:r>
              <a:rPr lang="en-US" dirty="0"/>
              <a:t>Been born into a catholic family played a central role in my formative years, as it strengthened my sense of morality and years of existential dread.</a:t>
            </a:r>
          </a:p>
          <a:p>
            <a:r>
              <a:rPr lang="en-US" dirty="0"/>
              <a:t>Growing up in a modest household had its shares of joy and hardships which collectively shaped the person I am today.</a:t>
            </a:r>
          </a:p>
        </p:txBody>
      </p:sp>
    </p:spTree>
    <p:extLst>
      <p:ext uri="{BB962C8B-B14F-4D97-AF65-F5344CB8AC3E}">
        <p14:creationId xmlns:p14="http://schemas.microsoft.com/office/powerpoint/2010/main" val="2117434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E592C-8A2A-2185-712A-3460644A3DC5}"/>
              </a:ext>
            </a:extLst>
          </p:cNvPr>
          <p:cNvSpPr>
            <a:spLocks noGrp="1"/>
          </p:cNvSpPr>
          <p:nvPr>
            <p:ph type="title"/>
          </p:nvPr>
        </p:nvSpPr>
        <p:spPr/>
        <p:txBody>
          <a:bodyPr/>
          <a:lstStyle/>
          <a:p>
            <a:pPr algn="l"/>
            <a:r>
              <a:rPr lang="en-US" dirty="0"/>
              <a:t>Growing up</a:t>
            </a:r>
          </a:p>
        </p:txBody>
      </p:sp>
      <p:sp>
        <p:nvSpPr>
          <p:cNvPr id="3" name="Content Placeholder 2">
            <a:extLst>
              <a:ext uri="{FF2B5EF4-FFF2-40B4-BE49-F238E27FC236}">
                <a16:creationId xmlns:a16="http://schemas.microsoft.com/office/drawing/2014/main" id="{793D5F69-B434-50C2-75BF-E69CE31BC746}"/>
              </a:ext>
            </a:extLst>
          </p:cNvPr>
          <p:cNvSpPr>
            <a:spLocks noGrp="1"/>
          </p:cNvSpPr>
          <p:nvPr>
            <p:ph idx="1"/>
          </p:nvPr>
        </p:nvSpPr>
        <p:spPr/>
        <p:txBody>
          <a:bodyPr>
            <a:normAutofit fontScale="92500" lnSpcReduction="10000"/>
          </a:bodyPr>
          <a:lstStyle/>
          <a:p>
            <a:r>
              <a:rPr lang="en-US" dirty="0"/>
              <a:t>My father provides bespoke structural fabrication services within the built-environment sector a demanding job that keeps him in the time-honored discipline of permanent edifice construction but provides for our family.</a:t>
            </a:r>
          </a:p>
          <a:p>
            <a:r>
              <a:rPr lang="en-US" dirty="0"/>
              <a:t>Growing up in this environment has instilled in me values of hard work, respect, responsibility, and ambition. </a:t>
            </a:r>
          </a:p>
          <a:p>
            <a:r>
              <a:rPr lang="en-US" dirty="0"/>
              <a:t>Being in a close-knit community, strong bonds among neighbors and communal communities were overly hyped, but this experience taught me the importance of community, cooperation and the role each individual plays in the well-being of the whole.</a:t>
            </a:r>
          </a:p>
        </p:txBody>
      </p:sp>
    </p:spTree>
    <p:extLst>
      <p:ext uri="{BB962C8B-B14F-4D97-AF65-F5344CB8AC3E}">
        <p14:creationId xmlns:p14="http://schemas.microsoft.com/office/powerpoint/2010/main" val="1253414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BA9A-B248-1871-8B7F-19FCA04ED294}"/>
              </a:ext>
            </a:extLst>
          </p:cNvPr>
          <p:cNvSpPr>
            <a:spLocks noGrp="1"/>
          </p:cNvSpPr>
          <p:nvPr>
            <p:ph type="title"/>
          </p:nvPr>
        </p:nvSpPr>
        <p:spPr/>
        <p:txBody>
          <a:bodyPr/>
          <a:lstStyle/>
          <a:p>
            <a:pPr algn="l"/>
            <a:r>
              <a:rPr lang="en-US" dirty="0"/>
              <a:t>Education</a:t>
            </a:r>
          </a:p>
        </p:txBody>
      </p:sp>
      <p:sp>
        <p:nvSpPr>
          <p:cNvPr id="3" name="Content Placeholder 2">
            <a:extLst>
              <a:ext uri="{FF2B5EF4-FFF2-40B4-BE49-F238E27FC236}">
                <a16:creationId xmlns:a16="http://schemas.microsoft.com/office/drawing/2014/main" id="{306031A6-C635-328F-9F86-AC1DC2ADDB79}"/>
              </a:ext>
            </a:extLst>
          </p:cNvPr>
          <p:cNvSpPr>
            <a:spLocks noGrp="1"/>
          </p:cNvSpPr>
          <p:nvPr>
            <p:ph idx="1"/>
          </p:nvPr>
        </p:nvSpPr>
        <p:spPr/>
        <p:txBody>
          <a:bodyPr>
            <a:normAutofit fontScale="85000" lnSpcReduction="10000"/>
          </a:bodyPr>
          <a:lstStyle/>
          <a:p>
            <a:r>
              <a:rPr lang="en-US" dirty="0"/>
              <a:t>Enrolled in nursery at St. Anns’ Academy in 2008, not really excited but filled with curiosity.</a:t>
            </a:r>
          </a:p>
          <a:p>
            <a:r>
              <a:rPr lang="en-US" dirty="0"/>
              <a:t>Transferred two years later to </a:t>
            </a:r>
            <a:r>
              <a:rPr lang="en-US" dirty="0" err="1"/>
              <a:t>Gathaithi</a:t>
            </a:r>
            <a:r>
              <a:rPr lang="en-US" dirty="0"/>
              <a:t> Sunrise Academy and enrolled in class one, this would be my abode for the following eight years, eventually finishing my studies in 2017.</a:t>
            </a:r>
          </a:p>
          <a:p>
            <a:r>
              <a:rPr lang="en-US" dirty="0"/>
              <a:t>Having passed my KCPE examinations, Thika High School drafted me to learn at the institution where I did for four years and successfully sat and passed my KCSE examinations.</a:t>
            </a:r>
          </a:p>
          <a:p>
            <a:r>
              <a:rPr lang="en-US" dirty="0"/>
              <a:t>This gave me a chance to pursue a Bachelor of Science degree in Information Technology at </a:t>
            </a:r>
            <a:r>
              <a:rPr lang="en-US" dirty="0" err="1"/>
              <a:t>Dedan</a:t>
            </a:r>
            <a:r>
              <a:rPr lang="en-US" dirty="0"/>
              <a:t> Kimathi University of Technology, a course I’ve been pursuing to date.</a:t>
            </a:r>
          </a:p>
        </p:txBody>
      </p:sp>
    </p:spTree>
    <p:extLst>
      <p:ext uri="{BB962C8B-B14F-4D97-AF65-F5344CB8AC3E}">
        <p14:creationId xmlns:p14="http://schemas.microsoft.com/office/powerpoint/2010/main" val="2668021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02D4D-BDCE-DD65-8888-A97BA3F91DC9}"/>
              </a:ext>
            </a:extLst>
          </p:cNvPr>
          <p:cNvSpPr>
            <a:spLocks noGrp="1"/>
          </p:cNvSpPr>
          <p:nvPr>
            <p:ph type="title"/>
          </p:nvPr>
        </p:nvSpPr>
        <p:spPr/>
        <p:txBody>
          <a:bodyPr/>
          <a:lstStyle/>
          <a:p>
            <a:pPr algn="l"/>
            <a:r>
              <a:rPr lang="en-US" dirty="0"/>
              <a:t>University life</a:t>
            </a:r>
          </a:p>
        </p:txBody>
      </p:sp>
      <p:sp>
        <p:nvSpPr>
          <p:cNvPr id="3" name="Content Placeholder 2">
            <a:extLst>
              <a:ext uri="{FF2B5EF4-FFF2-40B4-BE49-F238E27FC236}">
                <a16:creationId xmlns:a16="http://schemas.microsoft.com/office/drawing/2014/main" id="{50C3169E-979D-8300-A6DE-2D33AE4A9416}"/>
              </a:ext>
            </a:extLst>
          </p:cNvPr>
          <p:cNvSpPr>
            <a:spLocks noGrp="1"/>
          </p:cNvSpPr>
          <p:nvPr>
            <p:ph idx="1"/>
          </p:nvPr>
        </p:nvSpPr>
        <p:spPr/>
        <p:txBody>
          <a:bodyPr>
            <a:normAutofit fontScale="92500" lnSpcReduction="20000"/>
          </a:bodyPr>
          <a:lstStyle/>
          <a:p>
            <a:r>
              <a:rPr lang="en-US" dirty="0"/>
              <a:t>University life has been an enriching experience offering opportunities to expand my knowledge, develop new skills and build lasting relationships.</a:t>
            </a:r>
          </a:p>
          <a:p>
            <a:r>
              <a:rPr lang="en-US" dirty="0"/>
              <a:t>Making it to the final year has the effect of a sense of accomplishment as well as feeding my anticipation for the future.</a:t>
            </a:r>
          </a:p>
          <a:p>
            <a:r>
              <a:rPr lang="en-US" dirty="0"/>
              <a:t>The academic journey at </a:t>
            </a:r>
            <a:r>
              <a:rPr lang="en-US" dirty="0" err="1"/>
              <a:t>DeKUT</a:t>
            </a:r>
            <a:r>
              <a:rPr lang="en-US" dirty="0"/>
              <a:t> has been rigorous but rewarding, preparing me for the challenges and opportunities ahead in the professional world.</a:t>
            </a:r>
          </a:p>
          <a:p>
            <a:r>
              <a:rPr lang="en-US" dirty="0"/>
              <a:t>Subjects such as blockchain, cybersecurity, and networks have been particularly interesting and relevant to my career aspirations, while the combination of theoretical knowledge and practical applications has prepared me to tackle real-world problems and contribute to the field of information technology.</a:t>
            </a:r>
          </a:p>
        </p:txBody>
      </p:sp>
    </p:spTree>
    <p:extLst>
      <p:ext uri="{BB962C8B-B14F-4D97-AF65-F5344CB8AC3E}">
        <p14:creationId xmlns:p14="http://schemas.microsoft.com/office/powerpoint/2010/main" val="3199124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CFA5B-945E-EBAF-80E4-034D2A5C145E}"/>
              </a:ext>
            </a:extLst>
          </p:cNvPr>
          <p:cNvSpPr>
            <a:spLocks noGrp="1"/>
          </p:cNvSpPr>
          <p:nvPr>
            <p:ph type="title"/>
          </p:nvPr>
        </p:nvSpPr>
        <p:spPr/>
        <p:txBody>
          <a:bodyPr/>
          <a:lstStyle/>
          <a:p>
            <a:pPr algn="l"/>
            <a:r>
              <a:rPr lang="en-US" dirty="0"/>
              <a:t>Hobbyist</a:t>
            </a:r>
          </a:p>
        </p:txBody>
      </p:sp>
      <p:sp>
        <p:nvSpPr>
          <p:cNvPr id="3" name="Content Placeholder 2">
            <a:extLst>
              <a:ext uri="{FF2B5EF4-FFF2-40B4-BE49-F238E27FC236}">
                <a16:creationId xmlns:a16="http://schemas.microsoft.com/office/drawing/2014/main" id="{2FBB3181-2DCA-AD24-3553-84973EFE347E}"/>
              </a:ext>
            </a:extLst>
          </p:cNvPr>
          <p:cNvSpPr>
            <a:spLocks noGrp="1"/>
          </p:cNvSpPr>
          <p:nvPr>
            <p:ph idx="1"/>
          </p:nvPr>
        </p:nvSpPr>
        <p:spPr/>
        <p:txBody>
          <a:bodyPr/>
          <a:lstStyle/>
          <a:p>
            <a:r>
              <a:rPr lang="en-US" dirty="0"/>
              <a:t>I have a diverse range of hobbies and interests that bring balance and peace to my life.</a:t>
            </a:r>
          </a:p>
          <a:p>
            <a:r>
              <a:rPr lang="en-US" dirty="0"/>
              <a:t>I enjoy swimming as it offers an all-encompassing physical exercise which is both refreshing and invigorating.</a:t>
            </a:r>
          </a:p>
          <a:p>
            <a:r>
              <a:rPr lang="en-US" dirty="0"/>
              <a:t>Reading as a hobby has enriched my mind and broadened my horizons, allowing me to explore new ideas, gain knowledge and escape into different realms, always a constant companion throughout life offering solace and inspiration.</a:t>
            </a:r>
          </a:p>
        </p:txBody>
      </p:sp>
    </p:spTree>
    <p:extLst>
      <p:ext uri="{BB962C8B-B14F-4D97-AF65-F5344CB8AC3E}">
        <p14:creationId xmlns:p14="http://schemas.microsoft.com/office/powerpoint/2010/main" val="3038651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C1160-C570-AA85-6A20-C6C1F396D53F}"/>
              </a:ext>
            </a:extLst>
          </p:cNvPr>
          <p:cNvSpPr>
            <a:spLocks noGrp="1"/>
          </p:cNvSpPr>
          <p:nvPr>
            <p:ph type="title"/>
          </p:nvPr>
        </p:nvSpPr>
        <p:spPr/>
        <p:txBody>
          <a:bodyPr/>
          <a:lstStyle/>
          <a:p>
            <a:pPr algn="l"/>
            <a:r>
              <a:rPr lang="en-US" dirty="0"/>
              <a:t>Future aspirations</a:t>
            </a:r>
          </a:p>
        </p:txBody>
      </p:sp>
      <p:sp>
        <p:nvSpPr>
          <p:cNvPr id="3" name="Content Placeholder 2">
            <a:extLst>
              <a:ext uri="{FF2B5EF4-FFF2-40B4-BE49-F238E27FC236}">
                <a16:creationId xmlns:a16="http://schemas.microsoft.com/office/drawing/2014/main" id="{11E09209-87E4-A856-B418-B89729810F49}"/>
              </a:ext>
            </a:extLst>
          </p:cNvPr>
          <p:cNvSpPr>
            <a:spLocks noGrp="1"/>
          </p:cNvSpPr>
          <p:nvPr>
            <p:ph idx="1"/>
          </p:nvPr>
        </p:nvSpPr>
        <p:spPr/>
        <p:txBody>
          <a:bodyPr/>
          <a:lstStyle/>
          <a:p>
            <a:r>
              <a:rPr lang="en-US" dirty="0"/>
              <a:t>Outside God’s will there is nothing I want, inside God’s will there is nothing that I fear.</a:t>
            </a:r>
          </a:p>
        </p:txBody>
      </p:sp>
    </p:spTree>
    <p:extLst>
      <p:ext uri="{BB962C8B-B14F-4D97-AF65-F5344CB8AC3E}">
        <p14:creationId xmlns:p14="http://schemas.microsoft.com/office/powerpoint/2010/main" val="1505360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9FF22D-70DC-A2DE-32D6-3CADE4C46A69}"/>
              </a:ext>
            </a:extLst>
          </p:cNvPr>
          <p:cNvSpPr>
            <a:spLocks noGrp="1"/>
          </p:cNvSpPr>
          <p:nvPr>
            <p:ph type="ctrTitle"/>
          </p:nvPr>
        </p:nvSpPr>
        <p:spPr/>
        <p:txBody>
          <a:bodyPr/>
          <a:lstStyle/>
          <a:p>
            <a:r>
              <a:rPr lang="en-US" dirty="0"/>
              <a:t>END.</a:t>
            </a:r>
          </a:p>
        </p:txBody>
      </p:sp>
    </p:spTree>
    <p:extLst>
      <p:ext uri="{BB962C8B-B14F-4D97-AF65-F5344CB8AC3E}">
        <p14:creationId xmlns:p14="http://schemas.microsoft.com/office/powerpoint/2010/main" val="83830530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84</TotalTime>
  <Words>604</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Garamond</vt:lpstr>
      <vt:lpstr>Organic</vt:lpstr>
      <vt:lpstr>My Autobiography</vt:lpstr>
      <vt:lpstr>Enters the protagonist</vt:lpstr>
      <vt:lpstr>Family ties and early life</vt:lpstr>
      <vt:lpstr>Growing up</vt:lpstr>
      <vt:lpstr>Education</vt:lpstr>
      <vt:lpstr>University life</vt:lpstr>
      <vt:lpstr>Hobbyist</vt:lpstr>
      <vt:lpstr>Future aspirations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Alii Bhaad</dc:creator>
  <cp:lastModifiedBy>Alii Bhaad</cp:lastModifiedBy>
  <cp:revision>1</cp:revision>
  <dcterms:created xsi:type="dcterms:W3CDTF">2026-01-26T07:54:22Z</dcterms:created>
  <dcterms:modified xsi:type="dcterms:W3CDTF">2026-01-26T09:19:18Z</dcterms:modified>
</cp:coreProperties>
</file>